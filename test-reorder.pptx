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9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CF698E-BE8C-1D52-7806-C69CC82A6998}"/>
              </a:ext>
            </a:extLst>
          </p:cNvPr>
          <p:cNvSpPr txBox="1"/>
          <p:nvPr/>
        </p:nvSpPr>
        <p:spPr>
          <a:xfrm>
            <a:off x="8610600" y="762000"/>
            <a:ext cx="5357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333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D6B3F-8585-6A2E-0F56-133874043CE8}"/>
              </a:ext>
            </a:extLst>
          </p:cNvPr>
          <p:cNvSpPr txBox="1"/>
          <p:nvPr/>
        </p:nvSpPr>
        <p:spPr>
          <a:xfrm>
            <a:off x="7162800" y="39624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55555</a:t>
            </a:r>
            <a:endParaRPr lang="he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99AA8-F33C-06C1-07F1-C6AA8F39CEB0}"/>
              </a:ext>
            </a:extLst>
          </p:cNvPr>
          <p:cNvSpPr txBox="1"/>
          <p:nvPr/>
        </p:nvSpPr>
        <p:spPr>
          <a:xfrm>
            <a:off x="762000" y="457200"/>
            <a:ext cx="8867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222222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25D42-BF8D-F67E-4409-4951F8494AC2}"/>
              </a:ext>
            </a:extLst>
          </p:cNvPr>
          <p:cNvSpPr txBox="1"/>
          <p:nvPr/>
        </p:nvSpPr>
        <p:spPr>
          <a:xfrm>
            <a:off x="3276600" y="22860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66666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2B612-10F2-B694-D283-EA17B0827BD0}"/>
              </a:ext>
            </a:extLst>
          </p:cNvPr>
          <p:cNvSpPr txBox="1"/>
          <p:nvPr/>
        </p:nvSpPr>
        <p:spPr>
          <a:xfrm>
            <a:off x="1524000" y="5029200"/>
            <a:ext cx="100380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4444444</a:t>
            </a:r>
            <a:endParaRPr lang="he-I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8B166-2B4A-CC88-2D15-EA1DE94D4DBD}"/>
              </a:ext>
            </a:extLst>
          </p:cNvPr>
          <p:cNvSpPr txBox="1"/>
          <p:nvPr/>
        </p:nvSpPr>
        <p:spPr>
          <a:xfrm>
            <a:off x="1752600" y="1143000"/>
            <a:ext cx="54842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first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031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Reuven Cohen</cp:lastModifiedBy>
  <cp:revision>14</cp:revision>
  <dcterms:created xsi:type="dcterms:W3CDTF">2011-12-30T10:34:04Z</dcterms:created>
  <dcterms:modified xsi:type="dcterms:W3CDTF">2026-03-08T11:24:58Z</dcterms:modified>
</cp:coreProperties>
</file>