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570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974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944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232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558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732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426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539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120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0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607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524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69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CF698E-BE8C-1D52-7806-C69CC82A6998}"/>
              </a:ext>
            </a:extLst>
          </p:cNvPr>
          <p:cNvSpPr txBox="1"/>
          <p:nvPr/>
        </p:nvSpPr>
        <p:spPr>
          <a:xfrm>
            <a:off x="8610600" y="762000"/>
            <a:ext cx="53572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333</a:t>
            </a:r>
            <a:endParaRPr lang="he-I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02B612-10F2-B694-D283-EA17B0827BD0}"/>
              </a:ext>
            </a:extLst>
          </p:cNvPr>
          <p:cNvSpPr txBox="1"/>
          <p:nvPr/>
        </p:nvSpPr>
        <p:spPr>
          <a:xfrm>
            <a:off x="1524000" y="5029200"/>
            <a:ext cx="100380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4444444</a:t>
            </a:r>
            <a:endParaRPr lang="he-IL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D0F289B-E2D7-BAC5-9FF8-4F777D1F992E}"/>
              </a:ext>
            </a:extLst>
          </p:cNvPr>
          <p:cNvGrpSpPr/>
          <p:nvPr/>
        </p:nvGrpSpPr>
        <p:grpSpPr>
          <a:xfrm>
            <a:off x="762000" y="457200"/>
            <a:ext cx="7170563" cy="3874532"/>
            <a:chOff x="762000" y="457200"/>
            <a:chExt cx="7170563" cy="387453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E78B166-2B4A-CC88-2D15-EA1DE94D4DBD}"/>
                </a:ext>
              </a:extLst>
            </p:cNvPr>
            <p:cNvSpPr txBox="1"/>
            <p:nvPr/>
          </p:nvSpPr>
          <p:spPr>
            <a:xfrm>
              <a:off x="1752600" y="1143000"/>
              <a:ext cx="548420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dirty="0"/>
                <a:t>first</a:t>
              </a:r>
              <a:endParaRPr lang="he-IL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3F99AA8-F33C-06C1-07F1-C6AA8F39CEB0}"/>
                </a:ext>
              </a:extLst>
            </p:cNvPr>
            <p:cNvSpPr txBox="1"/>
            <p:nvPr/>
          </p:nvSpPr>
          <p:spPr>
            <a:xfrm>
              <a:off x="762000" y="457200"/>
              <a:ext cx="886781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dirty="0"/>
                <a:t>222222</a:t>
              </a:r>
              <a:endParaRPr lang="he-IL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F3D6B3F-8585-6A2E-0F56-133874043CE8}"/>
                </a:ext>
              </a:extLst>
            </p:cNvPr>
            <p:cNvSpPr txBox="1"/>
            <p:nvPr/>
          </p:nvSpPr>
          <p:spPr>
            <a:xfrm>
              <a:off x="7162800" y="3962400"/>
              <a:ext cx="769763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dirty="0"/>
                <a:t>55555</a:t>
              </a:r>
              <a:endParaRPr lang="he-IL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2525D42-BF8D-F67E-4409-4951F8494AC2}"/>
              </a:ext>
            </a:extLst>
          </p:cNvPr>
          <p:cNvSpPr txBox="1"/>
          <p:nvPr/>
        </p:nvSpPr>
        <p:spPr>
          <a:xfrm>
            <a:off x="3276600" y="2286000"/>
            <a:ext cx="769763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66666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97031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6</Words>
  <Application>Microsoft Office PowerPoint</Application>
  <PresentationFormat>On-screen Show (4:3)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muthu</dc:creator>
  <cp:lastModifiedBy>Reuven Cohen</cp:lastModifiedBy>
  <cp:revision>14</cp:revision>
  <dcterms:created xsi:type="dcterms:W3CDTF">2011-12-30T10:34:04Z</dcterms:created>
  <dcterms:modified xsi:type="dcterms:W3CDTF">2026-03-08T16:46:17Z</dcterms:modified>
</cp:coreProperties>
</file>